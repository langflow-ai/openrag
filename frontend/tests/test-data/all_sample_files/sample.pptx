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735B2-138D-30E1-B86C-9BDD7CABD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9D0372-3677-61BA-EFA6-419EED47E3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B0C73-BA30-693F-4573-3ED2C63AE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01B9-25B5-AE4A-AEB9-508328EA3EB7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B4DED-BB9A-86DE-1D2D-A1DAFC32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EE8D9-DC0B-E0EA-136D-B32CA5BF1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3326-6463-3544-B474-AB3755A6F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56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ABEA-0C9E-AFC3-0038-3C52C56C0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5201AA-B76D-6335-DE00-13DC9AFD9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D2DA9-2CD0-11EB-AB7B-0306D9413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01B9-25B5-AE4A-AEB9-508328EA3EB7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1BD8E-D7AE-62ED-6358-F661BF91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4958B8-581B-5E97-64AB-5A7BC488C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3326-6463-3544-B474-AB3755A6F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507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3DDBC-B65A-D52B-DC82-2B0894196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E3DC2-D529-4D31-5419-4D2FF321D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AC7BD-340D-AC9B-4181-9E7DEDCAD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01B9-25B5-AE4A-AEB9-508328EA3EB7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A283B-B584-44EE-5068-FD56C9064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53A0A-A738-F2F0-5C53-73F66E030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3326-6463-3544-B474-AB3755A6F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839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5A4F1-0218-3F34-DD1F-C6318E1AC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444A3-44AB-DDE3-E937-D251511FF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66C20-2059-BEEB-D77B-774228CBA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6CC34-49D4-3B93-09CB-E30465463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01B9-25B5-AE4A-AEB9-508328EA3EB7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E44296-42DF-FEE0-FE36-824EBF495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93508-C492-270C-CB73-D77FF84B2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3326-6463-3544-B474-AB3755A6F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310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0278D-4E9B-4E56-F92F-2691D1743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F67AD-E8E1-221B-56EE-DD3AE5E9E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DE7E5-1B74-96CD-A560-6B8E64BF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4598FA-674E-5412-0E6B-48D39683EC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90A5E0-CEF5-10D2-21A5-C2E550C9A6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3321EB-7EB6-A31A-6322-EBAFCE7A9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01B9-25B5-AE4A-AEB9-508328EA3EB7}" type="datetimeFigureOut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DF34F0-F7F5-4F31-948C-D5674F358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D32DFD-5EB5-73B4-87AC-FA46D2D99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3326-6463-3544-B474-AB3755A6F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8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7F8FC-1DD6-A45D-D910-F72768269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099B27-C311-DCC6-EFA5-0636F103C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01B9-25B5-AE4A-AEB9-508328EA3EB7}" type="datetimeFigureOut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E904DC-218E-FB32-65DF-5A0A3ED8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58604-54E0-E898-6ECB-0B28105B6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3326-6463-3544-B474-AB3755A6F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74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74456C-587E-8CED-5087-BC123BD38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01B9-25B5-AE4A-AEB9-508328EA3EB7}" type="datetimeFigureOut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7CFBF4-480F-7CC3-72A7-376DE5A5B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4E8626-D643-B75B-8B9E-988E31828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3326-6463-3544-B474-AB3755A6F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7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71C65-7CD3-BF79-D3B3-DBD3D388F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A8F98-0FBF-3160-1D40-EFB5F8ABE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79170-0AD1-DBA7-EDFE-6652F8FAA1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498B8-8D85-3B53-8410-729B73914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01B9-25B5-AE4A-AEB9-508328EA3EB7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51F13C-8E0A-91B6-315F-E2F7785E3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77ECA9-DC28-506D-49F0-ADEE43E87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3326-6463-3544-B474-AB3755A6F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70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30DF9-8949-7101-5146-B24787295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7B05D0-176B-ADD2-B551-85FAF86E8C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C730B-CFFD-BE53-AF14-49180890A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27A2C-40C4-F714-C52F-905D29067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01B9-25B5-AE4A-AEB9-508328EA3EB7}" type="datetimeFigureOut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76DAA-9CD9-FB33-D69C-D93435143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1C3FCA-41DA-7B54-68D9-93AD31036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3326-6463-3544-B474-AB3755A6F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891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6C04A-8C62-47DA-65BE-E7D2DF8CE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C94E34-5AF5-F4A0-695E-3923EEE76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B0CBC-625D-C97E-09B3-78B172A66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01B9-25B5-AE4A-AEB9-508328EA3EB7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D80EA-D4BE-F88A-F4AE-F68FE1E81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3CE53-A65B-C77F-5355-82BE308EB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3326-6463-3544-B474-AB3755A6F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97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1D6E68-CC9B-7103-45B5-FD470016E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E9573E-C905-13FF-ED03-60F53660B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8EB731-6269-965E-4747-6BE1FD5CD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B01B9-25B5-AE4A-AEB9-508328EA3EB7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69345-210F-BD1F-7083-C63AFBE5C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DBA14-8871-4A74-473D-EBE7D6BEC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3326-6463-3544-B474-AB3755A6F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82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657EA0-34C2-82A8-2DD8-415C0D533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4B30A-9728-C454-3765-BCB31D1C0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634DF-9793-711C-4595-9F556D74C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8B01B9-25B5-AE4A-AEB9-508328EA3EB7}" type="datetimeFigureOut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E4BEA-A433-60BE-E9AC-74BAE1694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633FC-295F-ECCB-09F2-E20F45CB79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B53326-6463-3544-B474-AB3755A6F1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99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656F0-0D6B-42BA-8873-FBEB4A20E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07107"/>
          </a:xfrm>
        </p:spPr>
        <p:txBody>
          <a:bodyPr>
            <a:normAutofit/>
          </a:bodyPr>
          <a:lstStyle/>
          <a:p>
            <a:r>
              <a:rPr lang="en-US" sz="1000" b="1" dirty="0"/>
              <a:t>Company: Netflix, Inc.</a:t>
            </a:r>
            <a:br>
              <a:rPr lang="en-US" sz="1000" b="1" dirty="0"/>
            </a:br>
            <a:r>
              <a:rPr lang="en-US" sz="1000" b="1" dirty="0"/>
              <a:t>Region Focus: APAC &amp; North America</a:t>
            </a:r>
            <a:br>
              <a:rPr lang="en-US" sz="1000" b="1" dirty="0"/>
            </a:br>
            <a:br>
              <a:rPr lang="en-US" sz="1000" b="1" dirty="0"/>
            </a:br>
            <a:r>
              <a:rPr lang="en-US" sz="1000" b="1" dirty="0"/>
              <a:t>Key Metrics:</a:t>
            </a:r>
            <a:br>
              <a:rPr lang="en-US" sz="1000" b="1" dirty="0"/>
            </a:br>
            <a:r>
              <a:rPr lang="en-US" sz="1000" b="1" dirty="0"/>
              <a:t>- Subscribers: 222M global (up YoY)</a:t>
            </a:r>
            <a:br>
              <a:rPr lang="en-US" sz="1000" b="1" dirty="0"/>
            </a:br>
            <a:r>
              <a:rPr lang="en-US" sz="1000" b="1" dirty="0"/>
              <a:t>- Revenue Driver: Subscription-based model</a:t>
            </a:r>
            <a:br>
              <a:rPr lang="en-US" sz="1000" b="1" dirty="0"/>
            </a:br>
            <a:r>
              <a:rPr lang="en-US" sz="1000" b="1" dirty="0"/>
              <a:t>- Content Spend: Increased significantly in 2021</a:t>
            </a:r>
            <a:br>
              <a:rPr lang="en-US" sz="1000" b="1" dirty="0"/>
            </a:br>
            <a:br>
              <a:rPr lang="en-US" sz="1000" b="1" dirty="0"/>
            </a:br>
            <a:r>
              <a:rPr lang="en-US" sz="1000" b="1" dirty="0"/>
              <a:t>Observations:</a:t>
            </a:r>
            <a:br>
              <a:rPr lang="en-US" sz="1000" b="1" dirty="0"/>
            </a:br>
            <a:r>
              <a:rPr lang="en-US" sz="1000" b="1" dirty="0"/>
              <a:t>- Strong Q4 growth trend (seasonal)</a:t>
            </a:r>
            <a:br>
              <a:rPr lang="en-US" sz="1000" b="1" dirty="0"/>
            </a:br>
            <a:r>
              <a:rPr lang="en-US" sz="1000" b="1" dirty="0"/>
              <a:t>- Increased churn observed after price adjustments</a:t>
            </a:r>
            <a:br>
              <a:rPr lang="en-US" sz="1000" b="1" dirty="0"/>
            </a:br>
            <a:r>
              <a:rPr lang="en-US" sz="1000" b="1" dirty="0"/>
              <a:t>- Competition from Disney+, Amazon Prime Video rising</a:t>
            </a:r>
            <a:br>
              <a:rPr lang="en-US" sz="1000" b="1" dirty="0"/>
            </a:br>
            <a:br>
              <a:rPr lang="en-US" sz="1000" b="1" dirty="0"/>
            </a:br>
            <a:r>
              <a:rPr lang="en-US" sz="1000" b="1" dirty="0"/>
              <a:t>Issues:</a:t>
            </a:r>
            <a:br>
              <a:rPr lang="en-US" sz="1000" b="1" dirty="0"/>
            </a:br>
            <a:r>
              <a:rPr lang="en-US" sz="1000" b="1" dirty="0"/>
              <a:t>- Content licensing costs rising</a:t>
            </a:r>
            <a:br>
              <a:rPr lang="en-US" sz="1000" b="1" dirty="0"/>
            </a:br>
            <a:r>
              <a:rPr lang="en-US" sz="1000" b="1" dirty="0"/>
              <a:t>- Regional regulatory pressure increasing</a:t>
            </a:r>
            <a:br>
              <a:rPr lang="en-US" sz="1000" b="1" dirty="0"/>
            </a:br>
            <a:r>
              <a:rPr lang="en-US" sz="1000" b="1" dirty="0"/>
              <a:t>- Password sharing impacting revenue</a:t>
            </a:r>
            <a:br>
              <a:rPr lang="en-US" sz="1000" b="1" dirty="0"/>
            </a:br>
            <a:br>
              <a:rPr lang="en-US" sz="1000" b="1" dirty="0"/>
            </a:br>
            <a:r>
              <a:rPr lang="en-US" sz="1000" b="1" dirty="0"/>
              <a:t>Action Items:</a:t>
            </a:r>
            <a:br>
              <a:rPr lang="en-US" sz="1000" b="1" dirty="0"/>
            </a:br>
            <a:r>
              <a:rPr lang="en-US" sz="1000" b="1" dirty="0"/>
              <a:t>- Expand original content</a:t>
            </a:r>
            <a:br>
              <a:rPr lang="en-US" sz="1000" b="1" dirty="0"/>
            </a:br>
            <a:r>
              <a:rPr lang="en-US" sz="1000" b="1" dirty="0"/>
              <a:t>- Improve recommendation algorithms</a:t>
            </a:r>
            <a:br>
              <a:rPr lang="en-US" sz="1000" b="1" dirty="0"/>
            </a:br>
            <a:r>
              <a:rPr lang="en-US" sz="1000" b="1" dirty="0"/>
              <a:t>- Explore gaming integration</a:t>
            </a:r>
          </a:p>
        </p:txBody>
      </p:sp>
    </p:spTree>
    <p:extLst>
      <p:ext uri="{BB962C8B-B14F-4D97-AF65-F5344CB8AC3E}">
        <p14:creationId xmlns:p14="http://schemas.microsoft.com/office/powerpoint/2010/main" val="902903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118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Company: Netflix, Inc. Region Focus: APAC &amp; North America  Key Metrics: - Subscribers: 222M global (up YoY) - Revenue Driver: Subscription-based model - Content Spend: Increased significantly in 2021  Observations: - Strong Q4 growth trend (seasonal) - Increased churn observed after price adjustments - Competition from Disney+, Amazon Prime Video rising  Issues: - Content licensing costs rising - Regional regulatory pressure increasing - Password sharing impacting revenue  Action Items: - Expand original content - Improve recommendation algorithms - Explore gaming integration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Revathy P</dc:creator>
  <cp:lastModifiedBy>Revathy P</cp:lastModifiedBy>
  <cp:revision>1</cp:revision>
  <dcterms:created xsi:type="dcterms:W3CDTF">2026-05-05T09:44:43Z</dcterms:created>
  <dcterms:modified xsi:type="dcterms:W3CDTF">2026-05-05T09:52:34Z</dcterms:modified>
</cp:coreProperties>
</file>